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Votic icon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sample slide checks the orange PowerPoint icon.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